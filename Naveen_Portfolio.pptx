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wo jellyfish against a blue background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wo jellyfish against a pink background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wo jellyfish against a pink background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wo jellyfish touching against a dark blue background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Two jellyfish against a blue background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wo jellyfish touching against a dark blue background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Naveen Kumar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Naveen Kumar</a:t>
            </a:r>
          </a:p>
        </p:txBody>
      </p:sp>
      <p:sp>
        <p:nvSpPr>
          <p:cNvPr id="172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Big data/AI Enthusias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Big data/AI Enthusiast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CP Mig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GCP Migration</a:t>
            </a:r>
          </a:p>
        </p:txBody>
      </p:sp>
      <p:sp>
        <p:nvSpPr>
          <p:cNvPr id="17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Migrated HBase tables to GCP Bigtable using Dataflow pipelin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Migrated HBase tables to GCP Bigtable using Dataflow pipelines</a:t>
            </a:r>
          </a:p>
          <a:p>
            <a:pPr/>
            <a:r>
              <a:t>Moved on-prem Elasticsearch indexes to Elastic Cloud</a:t>
            </a:r>
          </a:p>
          <a:p>
            <a:pPr/>
            <a:r>
              <a:t>Migrated Spark Jobs to Dataproc</a:t>
            </a:r>
          </a:p>
          <a:p>
            <a:pPr/>
            <a:r>
              <a:t>Datalake application</a:t>
            </a:r>
          </a:p>
        </p:txBody>
      </p:sp>
      <p:pic>
        <p:nvPicPr>
          <p:cNvPr id="17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29294" y="932593"/>
            <a:ext cx="5133882" cy="2566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66600" y="7652980"/>
            <a:ext cx="4983714" cy="1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388475" y="9660923"/>
            <a:ext cx="3666049" cy="29011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068990" y="9835134"/>
            <a:ext cx="3429001" cy="2552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Janus Graph Compati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Janus Graph Compatibility</a:t>
            </a:r>
          </a:p>
        </p:txBody>
      </p:sp>
      <p:sp>
        <p:nvSpPr>
          <p:cNvPr id="18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Unblocked Janusgraph compatibility issue. Officially its not supported for Bigtabl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Unblocked Janusgraph compatibility issue. Officially its not supported for Bigtable.</a:t>
            </a:r>
          </a:p>
          <a:p>
            <a:pPr/>
            <a:r>
              <a:t>Connected with janusgraph maintainer and understood its open source and not tested for Bigtable and its open for community support </a:t>
            </a:r>
          </a:p>
          <a:p>
            <a:pPr/>
            <a:r>
              <a:t>Debugged the entire code base and found the root cause and created a abstract library to override the compatibly issue and made it compatible</a:t>
            </a:r>
          </a:p>
        </p:txBody>
      </p:sp>
      <p:pic>
        <p:nvPicPr>
          <p:cNvPr id="18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97705" y="698027"/>
            <a:ext cx="4935883" cy="27764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opilo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Copilot </a:t>
            </a:r>
          </a:p>
        </p:txBody>
      </p:sp>
      <p:sp>
        <p:nvSpPr>
          <p:cNvPr id="18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Led team-wide adoption of GitHub Copilot and coached junior engineers on applying generative AI and VS Code’s agentic mode to accelerate development and migration. This further reduced migration time by 25%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Led team-wide adoption of GitHub Copilot and coached junior engineers on applying generative AI and VS Code’s agentic mode to accelerate development and migration. This further reduced migration time by 25%.</a:t>
            </a:r>
          </a:p>
          <a:p>
            <a:pPr/>
            <a:r>
              <a:t>Worked with Prompting RACE framework. </a:t>
            </a:r>
            <a:br/>
            <a:r>
              <a:t>     Role -&gt; Action -&gt; Context -&gt; Execute. </a:t>
            </a:r>
          </a:p>
          <a:p>
            <a:pPr/>
            <a:r>
              <a:t>Created prompting techniques with all these sequence of data which yield more precise data for migrating the application in ease. </a:t>
            </a:r>
          </a:p>
        </p:txBody>
      </p:sp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08918" y="572356"/>
            <a:ext cx="3371144" cy="17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669684" y="112295"/>
            <a:ext cx="2692012" cy="40380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AI Ag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Agent</a:t>
            </a:r>
          </a:p>
        </p:txBody>
      </p:sp>
      <p:sp>
        <p:nvSpPr>
          <p:cNvPr id="19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Built an autonomous documentation &amp; onboarding agent that ingests a codebase or spec, auto-updates docs via Git diffs, and answers internal questions—using BeautifulSoup for parsing, LangChain core with RecursiveURLLoader, TextSplitter chunking, Google E"/>
          <p:cNvSpPr txBox="1"/>
          <p:nvPr>
            <p:ph type="body" idx="1"/>
          </p:nvPr>
        </p:nvSpPr>
        <p:spPr>
          <a:xfrm>
            <a:off x="1441316" y="4271367"/>
            <a:ext cx="21844001" cy="8432801"/>
          </a:xfrm>
          <a:prstGeom prst="rect">
            <a:avLst/>
          </a:prstGeom>
        </p:spPr>
        <p:txBody>
          <a:bodyPr/>
          <a:lstStyle/>
          <a:p>
            <a:pPr marL="435863" indent="-435863" defTabSz="1901951">
              <a:spcBef>
                <a:spcPts val="1800"/>
              </a:spcBef>
              <a:defRPr sz="3743"/>
            </a:pPr>
            <a:r>
              <a:t>Built an autonomous documentation &amp; onboarding agent that ingests a codebase or spec, auto-updates docs via Git diffs, and answers internal questions—using BeautifulSoup for parsing, LangChain core with RecursiveURLLoader, TextSplitter chunking, Google Embedding-001 vectors, and Gemini Flash 1.5 for QA, with persistent memory and explainability</a:t>
            </a:r>
          </a:p>
          <a:p>
            <a:pPr marL="435863" indent="-435863" defTabSz="1901951">
              <a:spcBef>
                <a:spcPts val="1800"/>
              </a:spcBef>
              <a:defRPr sz="3743"/>
            </a:pPr>
            <a:r>
              <a:t>Actively engaged in RAG workshops and seminars to deepen expertise in chunking methods (fixed-size, sentence based, and semantic) and retrieval strategies, including dense vector search, sparse search, hybrid approaches, and the use of diverse embedding models.</a:t>
            </a:r>
          </a:p>
          <a:p>
            <a:pPr marL="435863" indent="-435863" defTabSz="1901951">
              <a:spcBef>
                <a:spcPts val="1800"/>
              </a:spcBef>
              <a:defRPr sz="3743"/>
            </a:pPr>
          </a:p>
          <a:p>
            <a:pPr marL="435863" indent="-435863" defTabSz="1901951">
              <a:spcBef>
                <a:spcPts val="1800"/>
              </a:spcBef>
              <a:defRPr sz="3743"/>
            </a:pPr>
          </a:p>
          <a:p>
            <a:pPr marL="435863" indent="-435863" defTabSz="1901951">
              <a:spcBef>
                <a:spcPts val="1800"/>
              </a:spcBef>
              <a:defRPr sz="3743"/>
            </a:pPr>
          </a:p>
        </p:txBody>
      </p:sp>
      <p:pic>
        <p:nvPicPr>
          <p:cNvPr id="19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878776" y="311478"/>
            <a:ext cx="4384421" cy="29229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Deep Wik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Deep Wiki</a:t>
            </a:r>
          </a:p>
        </p:txBody>
      </p:sp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An AI-powered documentation platform that transforms static GitHub repository documentation into interactive, conversational experiences. DeepWiki provides up-to-date, queryable documentation for repositories worldwide, enabling developers to conduct de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 AI-powered documentation platform that transforms static GitHub repository documentation into interactive, conversational experiences. DeepWiki provides up-to-date, queryable documentation for repositories worldwide, enabling developers to conduct deep research and get instant answers about codebases through natural language interactions.</a:t>
            </a:r>
          </a:p>
        </p:txBody>
      </p:sp>
      <p:pic>
        <p:nvPicPr>
          <p:cNvPr id="20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7981" y="395338"/>
            <a:ext cx="6109551" cy="32075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W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</a:t>
            </a:r>
          </a:p>
        </p:txBody>
      </p:sp>
      <p:sp>
        <p:nvSpPr>
          <p:cNvPr id="205" name="Jarvis AI (Multi-Tier Cloud Architecture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Jarvis AI (Multi-Tier Cloud Architecture)</a:t>
            </a:r>
          </a:p>
        </p:txBody>
      </p:sp>
      <p:sp>
        <p:nvSpPr>
          <p:cNvPr id="206" name="Project Overview: Designed and implemented a scalable RAG (Retrieval Augmented Generation) system that periodically scrapes Wiki content, vectorizes it using AWS Open search, and enables intelligent querying through Large Language Models.   Core Function"/>
          <p:cNvSpPr txBox="1"/>
          <p:nvPr>
            <p:ph type="body" idx="1"/>
          </p:nvPr>
        </p:nvSpPr>
        <p:spPr>
          <a:xfrm>
            <a:off x="1533054" y="3763965"/>
            <a:ext cx="21844001" cy="8432801"/>
          </a:xfrm>
          <a:prstGeom prst="rect">
            <a:avLst/>
          </a:prstGeom>
        </p:spPr>
        <p:txBody>
          <a:bodyPr/>
          <a:lstStyle/>
          <a:p>
            <a:pPr marL="0" indent="0" defTabSz="237743">
              <a:spcBef>
                <a:spcPts val="600"/>
              </a:spcBef>
              <a:buClrTx/>
              <a:buSzTx/>
              <a:buNone/>
              <a:defRPr sz="624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290575" indent="-290575" defTabSz="1267967">
              <a:spcBef>
                <a:spcPts val="1200"/>
              </a:spcBef>
              <a:defRPr sz="2496"/>
            </a:pPr>
            <a:r>
              <a:t> </a:t>
            </a:r>
            <a:r>
              <a:rPr b="1"/>
              <a:t>Project Overview:</a:t>
            </a:r>
            <a:r>
              <a:t> Designed and implemented a scalable RAG (Retrieval Augmented Generation) system that periodically scrapes Wiki content, vectorizes it using AWS Open search, and enables intelligent querying through Large Language Models. </a:t>
            </a:r>
            <a:br/>
            <a:br/>
            <a:r>
              <a:t>Core Functionality: </a:t>
            </a:r>
          </a:p>
          <a:p>
            <a:pPr marL="290575" indent="-290575" defTabSz="1267967">
              <a:spcBef>
                <a:spcPts val="1200"/>
              </a:spcBef>
              <a:defRPr sz="2496"/>
            </a:pPr>
            <a:r>
              <a:rPr b="1"/>
              <a:t>Data Ingestion Pipeline:</a:t>
            </a:r>
            <a:r>
              <a:t> Automated Wiki scraping with periodic updates and content processing </a:t>
            </a:r>
          </a:p>
          <a:p>
            <a:pPr marL="290575" indent="-290575" defTabSz="1267967">
              <a:spcBef>
                <a:spcPts val="1200"/>
              </a:spcBef>
              <a:defRPr sz="2496"/>
            </a:pPr>
            <a:r>
              <a:rPr b="1"/>
              <a:t>Vector Database:</a:t>
            </a:r>
            <a:r>
              <a:t> Wiki content pushed to SQS and Data chucking &amp; embedding (Lamda) vectorized and stored in AWS OpenSearch for semantic search </a:t>
            </a:r>
          </a:p>
          <a:p>
            <a:pPr marL="290575" indent="-290575" defTabSz="1267967">
              <a:spcBef>
                <a:spcPts val="1200"/>
              </a:spcBef>
              <a:defRPr sz="2496"/>
            </a:pPr>
            <a:r>
              <a:rPr b="1"/>
              <a:t>LLM Integration:</a:t>
            </a:r>
            <a:r>
              <a:t> Bedrock LLM API with embedding services enabling natural language queries against vectorized Wiki data </a:t>
            </a:r>
          </a:p>
          <a:p>
            <a:pPr marL="290575" indent="-290575" defTabSz="1267967">
              <a:spcBef>
                <a:spcPts val="1200"/>
              </a:spcBef>
              <a:defRPr sz="2496"/>
            </a:pPr>
            <a:r>
              <a:rPr b="1"/>
              <a:t>Real-time Query Processing:</a:t>
            </a:r>
            <a:r>
              <a:t> Chat service interface allowing users to ask questions and receive contextually relevant answers from Wikipedia knowledge base</a:t>
            </a:r>
          </a:p>
          <a:p>
            <a:pPr marL="290575" indent="-290575" defTabSz="1267967">
              <a:spcBef>
                <a:spcPts val="1200"/>
              </a:spcBef>
              <a:defRPr sz="2496"/>
            </a:pPr>
          </a:p>
          <a:p>
            <a:pPr marL="290575" indent="-290575" defTabSz="1267967">
              <a:spcBef>
                <a:spcPts val="1200"/>
              </a:spcBef>
              <a:defRPr sz="2496"/>
            </a:pPr>
          </a:p>
          <a:p>
            <a:pPr marL="290575" indent="-290575" defTabSz="1267967">
              <a:spcBef>
                <a:spcPts val="1200"/>
              </a:spcBef>
              <a:defRPr sz="2496"/>
            </a:pPr>
          </a:p>
          <a:p>
            <a:pPr marL="290575" indent="-290575" defTabSz="1267967">
              <a:spcBef>
                <a:spcPts val="1200"/>
              </a:spcBef>
              <a:defRPr sz="2496"/>
            </a:pPr>
          </a:p>
          <a:p>
            <a:pPr marL="290575" indent="-290575" defTabSz="1267967">
              <a:spcBef>
                <a:spcPts val="1200"/>
              </a:spcBef>
              <a:defRPr sz="2496"/>
            </a:pPr>
          </a:p>
          <a:p>
            <a:pPr marL="237743" indent="-165100" defTabSz="237743">
              <a:spcBef>
                <a:spcPts val="0"/>
              </a:spcBef>
              <a:buFont typeface="Times Roman"/>
              <a:defRPr sz="624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20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47496" y="286533"/>
            <a:ext cx="3806499" cy="1903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714414" y="338024"/>
            <a:ext cx="1800269" cy="18002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634915" y="181331"/>
            <a:ext cx="2191012" cy="1232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914470" y="1104900"/>
            <a:ext cx="2100433" cy="1903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8783811" y="2310375"/>
            <a:ext cx="3091766" cy="18002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ertifica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Certifications</a:t>
            </a:r>
          </a:p>
        </p:txBody>
      </p:sp>
      <p:sp>
        <p:nvSpPr>
          <p:cNvPr id="21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5" name="AWS Certified AI Practitioner GCP Professional Cloud Architect (Udemy) AWS Certified ML Engineer Associate (In Progress)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Certified AI Practitioner</a:t>
            </a:r>
            <a:br/>
            <a:r>
              <a:t>GCP Professional Cloud Architect (Udemy)</a:t>
            </a:r>
            <a:br/>
            <a:r>
              <a:t>AWS Certified ML Engineer Associate (In Progress)</a:t>
            </a:r>
          </a:p>
        </p:txBody>
      </p:sp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98363" y="201290"/>
            <a:ext cx="2780456" cy="27804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989895" y="580391"/>
            <a:ext cx="2022254" cy="20222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